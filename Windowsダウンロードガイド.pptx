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54864" cy="2560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看護師シフト生成アプリ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Windows ダウンロード・インストールガイド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4114800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80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このガイドに従って操作すると、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C5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誰でも簡単にセットアップできます。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188720"/>
            <a:ext cx="2103120" cy="1463040"/>
          </a:xfrm>
          <a:prstGeom prst="rect">
            <a:avLst/>
          </a:prstGeom>
          <a:solidFill>
            <a:srgbClr val="1A4A6B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78040" y="2651760"/>
            <a:ext cx="822960" cy="164592"/>
          </a:xfrm>
          <a:prstGeom prst="rect">
            <a:avLst/>
          </a:prstGeom>
          <a:solidFill>
            <a:srgbClr val="1A4A6B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0" y="2816352"/>
            <a:ext cx="1645920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2344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F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対象OS: Windows 10 / 11　　所要時間: 約5分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セットアップの流れ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1168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動作環境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の確認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463040" cy="0"/>
          </a:xfrm>
          <a:prstGeom prst="line">
            <a:avLst/>
          </a:prstGeom>
          <a:noFill/>
          <a:ln w="12700">
            <a:solidFill>
              <a:srgbClr val="C8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97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PCのOSと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ストレージを確認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2788920"/>
            <a:ext cx="164592" cy="0"/>
          </a:xfrm>
          <a:prstGeom prst="line">
            <a:avLst/>
          </a:prstGeom>
          <a:noFill/>
          <a:ln w="25400">
            <a:solidFill>
              <a:srgbClr val="0097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05156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51560"/>
            <a:ext cx="2011680" cy="4572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1554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ファイルの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ダウンロード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24912" y="2606040"/>
            <a:ext cx="1463040" cy="0"/>
          </a:xfrm>
          <a:prstGeom prst="line">
            <a:avLst/>
          </a:prstGeom>
          <a:noFill/>
          <a:ln w="12700">
            <a:solidFill>
              <a:srgbClr val="C8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2697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インストーラーを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ダウンロード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62272" y="2788920"/>
            <a:ext cx="164592" cy="0"/>
          </a:xfrm>
          <a:prstGeom prst="line">
            <a:avLst/>
          </a:prstGeom>
          <a:noFill/>
          <a:ln w="25400">
            <a:solidFill>
              <a:srgbClr val="0097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05156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051560"/>
            <a:ext cx="201168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8304" y="1554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インストール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の実行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01184" y="2606040"/>
            <a:ext cx="1463040" cy="0"/>
          </a:xfrm>
          <a:prstGeom prst="line">
            <a:avLst/>
          </a:prstGeom>
          <a:noFill/>
          <a:ln w="12700">
            <a:solidFill>
              <a:srgbClr val="C8D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2697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画面の指示に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従いインストール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38544" y="2788920"/>
            <a:ext cx="164592" cy="0"/>
          </a:xfrm>
          <a:prstGeom prst="line">
            <a:avLst/>
          </a:prstGeom>
          <a:noFill/>
          <a:ln w="25400">
            <a:solidFill>
              <a:srgbClr val="0097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105156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1051560"/>
            <a:ext cx="2011680" cy="45720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94576" y="1554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起動・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動作確認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77456" y="2606040"/>
            <a:ext cx="1463040" cy="0"/>
          </a:xfrm>
          <a:prstGeom prst="line">
            <a:avLst/>
          </a:prstGeom>
          <a:noFill/>
          <a:ln w="12700">
            <a:solidFill>
              <a:srgbClr val="C8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26974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アプリを起動して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動作を確認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3B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看護師シフト生成アプリ  |  インストールガイド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01　動作環境の確認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インストールの前に、お使いのPCが以下の条件を満たしているか確認してください。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C2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64008" cy="13716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819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Windows 10 または Windows 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（64ビット版）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11480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C2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08760"/>
            <a:ext cx="64008" cy="13716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819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1600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ストレージ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965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空き容量 200MB 以上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1480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C2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64008" cy="13716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36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154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メモリ（RAM）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5204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4GB 以上を推奨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3063240"/>
            <a:ext cx="411480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C2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63240"/>
            <a:ext cx="64008" cy="13716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136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3154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アカウント権限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5204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管理者権限のある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ユーザーアカウント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3B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看護師シフト生成アプリ  |  インストールガイド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02　インストーラーのダウンロード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502920" cy="5029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1060704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060704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担当者から共有された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ダウンロードURLを開く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1673352"/>
            <a:ext cx="0" cy="612648"/>
          </a:xfrm>
          <a:prstGeom prst="line">
            <a:avLst/>
          </a:prstGeom>
          <a:noFill/>
          <a:ln w="25400">
            <a:solidFill>
              <a:srgbClr val="0097A7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320040" y="2432304"/>
            <a:ext cx="502920" cy="5029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0120" y="2322576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2322576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「ShiftScheduler-Setup.exe」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をクリックしてダウンロード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2935224"/>
            <a:ext cx="0" cy="612648"/>
          </a:xfrm>
          <a:prstGeom prst="line">
            <a:avLst/>
          </a:prstGeom>
          <a:noFill/>
          <a:ln w="25400">
            <a:solidFill>
              <a:srgbClr val="0097A7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320040" y="3694176"/>
            <a:ext cx="502920" cy="5029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" y="3584448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35844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ダウンロードフォルダに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ファイルが保存されたことを確認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1005840"/>
            <a:ext cx="3749040" cy="1828800"/>
          </a:xfrm>
          <a:prstGeom prst="rect">
            <a:avLst/>
          </a:prstGeom>
          <a:solidFill>
            <a:srgbClr val="FFF8E1"/>
          </a:solidFill>
          <a:ln w="254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⚠️  ご注意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15087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・URLは必ず担当者から受け取ったものを使用してください
</a:t>
            </a:r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・不審なURLからはダウンロードしないでください
</a:t>
            </a:r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・ファイル名が異なる場合はご連絡ください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3063240"/>
            <a:ext cx="374904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063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ShiftScheduler-Setup.exe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3B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看護師シフト生成アプリ  |  インストールガイド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03　インストールの実行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C2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61288"/>
            <a:ext cx="45720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99669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インストーラーをダブルクリック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36245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ダウンロードした「ShiftScheduler-Setup.exe」をダブルクリックして起動します。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8412480" cy="8686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38528"/>
            <a:ext cx="64008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39696"/>
            <a:ext cx="457200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19751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スマートスクリーンの警告が出た場合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3408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「詳細情報」→「実行」をクリックしてください。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（社内配布アプリのため、警告が表示される場合があります）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841248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C2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16936"/>
            <a:ext cx="6400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118104"/>
            <a:ext cx="45720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29535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インストールウィザードに従って進める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3192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「次へ」「インストール」をクリックして完了まで進んでください。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95344"/>
            <a:ext cx="841248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C2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95344"/>
            <a:ext cx="6400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39319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インストール完了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297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「完了」ボタンをクリックするとインストール終了です。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3B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看護師シフト生成アプリ  |  インストールガイド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04　起動・動作確認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754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75488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🚀  アプリの起動手順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デスクトップの「シフト生成アプリ」アイコンを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ダブルクリック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アプリが起動し、メイン画面が表示される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017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スタッフ情報・希望休を入力して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シフト生成ボタンをクリック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シフト表が生成されたことを確認する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960120"/>
            <a:ext cx="3474720" cy="1645920"/>
          </a:xfrm>
          <a:prstGeom prst="rect">
            <a:avLst/>
          </a:prstGeom>
          <a:solidFill>
            <a:srgbClr val="E8F5E9"/>
          </a:solidFill>
          <a:ln w="254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49240" y="1005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 インストール完了！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49240" y="15087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これでアプリが使用できます。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お疲れさまでした！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49240" y="2834640"/>
            <a:ext cx="3474720" cy="16916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49240" y="2880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💬  困ったときは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3319272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アプリが起動しない・エラーが出る場合は、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システム担当者までご連絡ください。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エラーのスクリーンショットがあると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スムーズに対応できます。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3B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看護師シフト生成アプリ  |  インストールガイド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セットアップ完了！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CD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ご不明な点はシステム担当者にお気軽にご相談ください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103120"/>
            <a:ext cx="4572000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331720"/>
            <a:ext cx="822960" cy="8229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動作環境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の確認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2743200"/>
            <a:ext cx="667512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3364992" y="2331720"/>
            <a:ext cx="822960" cy="8229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90672" y="3246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ファイルの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ダウンロード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87952" y="2743200"/>
            <a:ext cx="667512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5358384" y="2331720"/>
            <a:ext cx="822960" cy="8229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84064" y="3246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インストール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の実行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2743200"/>
            <a:ext cx="667512" cy="0"/>
          </a:xfrm>
          <a:prstGeom prst="line">
            <a:avLst/>
          </a:prstGeom>
          <a:noFill/>
          <a:ln w="12700">
            <a:solidFill>
              <a:srgbClr val="0097A7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7351776" y="2331720"/>
            <a:ext cx="822960" cy="8229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1776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77456" y="3246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起動・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動作確認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3977640"/>
            <a:ext cx="6400800" cy="685800"/>
          </a:xfrm>
          <a:prstGeom prst="rect">
            <a:avLst/>
          </a:prstGeom>
          <a:solidFill>
            <a:srgbClr val="1A4A6B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9776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CD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📧  お問い合わせ：システム担当者までご連絡ください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看護師シフト生成アプリ Windowsダウンロード・インストールガイド</dc:title>
  <dc:subject>PptxGenJS Presentation</dc:subject>
  <dc:creator>PptxGenJS</dc:creator>
  <cp:lastModifiedBy>PptxGenJS</cp:lastModifiedBy>
  <cp:revision>1</cp:revision>
  <dcterms:created xsi:type="dcterms:W3CDTF">2026-04-26T13:11:04Z</dcterms:created>
  <dcterms:modified xsi:type="dcterms:W3CDTF">2026-04-26T13:11:04Z</dcterms:modified>
</cp:coreProperties>
</file>